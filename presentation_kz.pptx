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ДЕЗИНФОРМАЦИЯНЫ АНЫҚТАУ ЖҮЙЕСІ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ҚАЗАҚСТАН БАҚ-ЫНДАҒЫ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ДЕЗИНФОРМАЦИЯНЫ АНЫҚТАУ ЖҮЙЕСІ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Машиналық оқыту мен лингвистикалық ережелер негізінде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3017520"/>
            <a:ext cx="3840480" cy="36576"/>
          </a:xfrm>
          <a:prstGeom prst="rect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ruBert-base  ·  FastAPI  ·  ONNX  ·  Қазақ және орыс тілдері  ·  2025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822960"/>
            <a:ext cx="1965960" cy="4023360"/>
          </a:xfrm>
          <a:prstGeom prst="rect">
            <a:avLst/>
          </a:prstGeom>
          <a:solidFill>
            <a:srgbClr val="0D7E8A">
              <a:alpha val="1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822960"/>
            <a:ext cx="1051560" cy="4023360"/>
          </a:xfrm>
          <a:prstGeom prst="rect">
            <a:avLst/>
          </a:prstGeom>
          <a:solidFill>
            <a:srgbClr val="0D7E8A">
              <a:alpha val="20000"/>
            </a:srgbClr>
          </a:solidFill>
          <a:ln w="12700">
            <a:solidFill>
              <a:srgbClr val="0D7E8A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МӘСЕЛЕ ЖӘНЕ МАҚСАТ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840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109728" cy="3886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241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Мәселе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3474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Қазақстан медиакеңістігіндегі дезинформация ағыны жыл сайын өсуде.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Қоғам орыс және қазақ тілдерінде жұмыс жасайды — бұл автоматтандырылған талдауды айтарлықтай қиындатады.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Болыстық деңгейде дезинформацияны анықтайтын арнайы KZ-контекстік құралдар жоқ.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Жалған жаңалықтар саяси, экономикалық және қоғамдық зиян тигізеді.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83480" y="914400"/>
            <a:ext cx="3840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914400"/>
            <a:ext cx="109728" cy="3886200"/>
          </a:xfrm>
          <a:prstGeom prst="rect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0241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Мақсат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212080" y="1645920"/>
            <a:ext cx="128016" cy="128016"/>
          </a:xfrm>
          <a:prstGeom prst="ellipse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3248" y="15727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Гибридті жүйе жасау — ML + ережелер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12080" y="2139696"/>
            <a:ext cx="128016" cy="128016"/>
          </a:xfrm>
          <a:prstGeom prst="ellipse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13248" y="206654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+ KZ екітілді қолдау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12080" y="2633472"/>
            <a:ext cx="128016" cy="128016"/>
          </a:xfrm>
          <a:prstGeom prst="ellipse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25603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45 000+ мәтін деректер жиынын дайындау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12080" y="3127248"/>
            <a:ext cx="128016" cy="128016"/>
          </a:xfrm>
          <a:prstGeom prst="ellipse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248" y="30540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ruBert-base моделін баптау (fine-tune)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12080" y="3621024"/>
            <a:ext cx="128016" cy="128016"/>
          </a:xfrm>
          <a:prstGeom prst="ellipse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13248" y="35478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веб-қосымшасын іске асыру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ЖҮЙЕ АРХИТЕКТУРАСЫ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109728" cy="2011680"/>
          </a:xfrm>
          <a:prstGeom prst="rect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ML-модель — 60%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ruBert-base (178М параметр)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KZ деректерінде fine-tuned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+ INT8 кванттау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Инференс: ~550 мс (CPU)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69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109728" cy="2011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Ережелер жүйесі — 40%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444752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Кликбейт — 28 үлгі (RU+KZ)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Лингвистика — эмоциялық лексика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Дереккөз — 36 домен рейтингі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Құрылым — ұзындық, деректер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Фактчек — Google API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154680"/>
            <a:ext cx="8503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154680"/>
            <a:ext cx="109728" cy="1645920"/>
          </a:xfrm>
          <a:prstGeom prst="rect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46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F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веб-қосымшасы — деректер ағыны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1481328" cy="822960"/>
          </a:xfrm>
          <a:prstGeom prst="rect">
            <a:avLst/>
          </a:prstGeom>
          <a:solidFill>
            <a:srgbClr val="0D7E8A">
              <a:alpha val="12000"/>
            </a:srgbClr>
          </a:solidFill>
          <a:ln w="15240">
            <a:solidFill>
              <a:srgbClr val="0D7E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4904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Кіріс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Мәтін немесе URL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12848" y="3703320"/>
            <a:ext cx="1481328" cy="822960"/>
          </a:xfrm>
          <a:prstGeom prst="rect">
            <a:avLst/>
          </a:prstGeom>
          <a:solidFill>
            <a:srgbClr val="D97706">
              <a:alpha val="12000"/>
            </a:srgbClr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12848" y="374904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Талдау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12848" y="411480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+ 5 ереже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77056" y="3703320"/>
            <a:ext cx="1481328" cy="822960"/>
          </a:xfrm>
          <a:prstGeom prst="rect">
            <a:avLst/>
          </a:prstGeom>
          <a:solidFill>
            <a:srgbClr val="1A3F6F">
              <a:alpha val="12000"/>
            </a:srgbClr>
          </a:solidFill>
          <a:ln w="15240">
            <a:solidFill>
              <a:srgbClr val="1A3F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77056" y="374904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F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Скор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77056" y="411480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60/40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41264" y="3703320"/>
            <a:ext cx="1481328" cy="822960"/>
          </a:xfrm>
          <a:prstGeom prst="rect">
            <a:avLst/>
          </a:prstGeom>
          <a:solidFill>
            <a:srgbClr val="059669">
              <a:alpha val="12000"/>
            </a:srgbClr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41264" y="374904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 Вердикт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41264" y="411480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Толық есеп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05472" y="3703320"/>
            <a:ext cx="1481328" cy="822960"/>
          </a:xfrm>
          <a:prstGeom prst="rect">
            <a:avLst/>
          </a:prstGeom>
          <a:solidFill>
            <a:srgbClr val="64748B">
              <a:alpha val="12000"/>
            </a:srgbClr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05472" y="374904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⑤ Тарих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05472" y="411480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сақтау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ДЕРЕКТЕР ЖИЫНЫ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1965960" cy="109728"/>
          </a:xfrm>
          <a:prstGeom prst="rect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789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7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45 221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6733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жалпы мәтін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91440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914400"/>
            <a:ext cx="196596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0789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~35 000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16733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нақты жаңалықтар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91440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914400"/>
            <a:ext cx="196596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0789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~15 000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17720" y="16733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синтетикалық дезинфо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91440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914400"/>
            <a:ext cx="196596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0789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~10 000+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16733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аугментация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37744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377440"/>
            <a:ext cx="109728" cy="2377440"/>
          </a:xfrm>
          <a:prstGeom prst="rect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Деректер бөлінісі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292608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      31 654 мәтін  (70%)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 6 783 мәтін  (15%)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       6 784 мәтін  (15%)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Стратифицирленген бөліну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теңгерімі сақталған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377440"/>
            <a:ext cx="40690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77440"/>
            <a:ext cx="109728" cy="2377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Дереккөздер мен тақырыптар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292608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Нақты жаңалықтар: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gazeta.ru · lenta.ru · ria.ru · mlsum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KZ тақырыптары (120):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теңге · Акорда · ҰҚК · eGov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Байқоңыр · Арал теңізі · т.б.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Аугментация: 6 әдіс, 80% мөлшерлемесі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МОДЕЛЬДІ ОҚЫТУ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53035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109728" cy="3886200"/>
          </a:xfrm>
          <a:prstGeom prst="rect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F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Гиперпараметрлер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57400" y="14813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ai-forever/ruBert-base (178М параметр)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836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Эпохалар: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57400" y="188366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(early stopping + best checkpoint)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2286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2e-5  (AdamW optimizer)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6883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26883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× grad_accum 2 = эффективті 32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090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MAX_LENGTH: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30906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токен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4930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ratio: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34930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 |  Weight decay: 0.01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8953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57400" y="38953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T4 GPU (16 ГБ)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Оқыту уақыты: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57400" y="42976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 минут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89320" y="91440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89320" y="914400"/>
            <a:ext cx="2834640" cy="438912"/>
          </a:xfrm>
          <a:prstGeom prst="rect">
            <a:avLst/>
          </a:prstGeom>
          <a:solidFill>
            <a:srgbClr val="0D7E8A">
              <a:alpha val="90000"/>
            </a:srgbClr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9144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Экспорт жолы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17920" y="1536192"/>
            <a:ext cx="2468880" cy="640080"/>
          </a:xfrm>
          <a:prstGeom prst="rect">
            <a:avLst/>
          </a:prstGeom>
          <a:solidFill>
            <a:srgbClr val="1A3F6F">
              <a:alpha val="15000"/>
            </a:srgbClr>
          </a:solidFill>
          <a:ln w="19050">
            <a:solidFill>
              <a:srgbClr val="1A3F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5727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F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PyTorch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06640" y="15727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680 МБ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2560320"/>
            <a:ext cx="2468880" cy="640080"/>
          </a:xfrm>
          <a:prstGeom prst="rect">
            <a:avLst/>
          </a:prstGeom>
          <a:solidFill>
            <a:srgbClr val="D97706">
              <a:alpha val="1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59689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 ONNX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06640" y="25968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680 МБ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3584448"/>
            <a:ext cx="2468880" cy="640080"/>
          </a:xfrm>
          <a:prstGeom prst="rect">
            <a:avLst/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62102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 INT8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06640" y="362102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МБ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17920" y="4251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қысу коэффициенті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МОДЕЛЬ НӘТИЖЕЛЕРІ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1965960" cy="128016"/>
          </a:xfrm>
          <a:prstGeom prst="rect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7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F1-скор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91440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914400"/>
            <a:ext cx="1965960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0972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68880" y="19202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91440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914400"/>
            <a:ext cx="1965960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0972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17720" y="19202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91440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914400"/>
            <a:ext cx="1965960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0972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766560" y="19202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514600"/>
            <a:ext cx="4114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514600"/>
            <a:ext cx="109728" cy="2240280"/>
          </a:xfrm>
          <a:prstGeom prst="rect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24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30632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жиынтығы: 6 784 мәтін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Дұрыс жіктелген: 6 778 / 6 784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Қате: тек 6 мәтін (0.09%)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 жүзінде мінсіз жіктеу нәтижесі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514600"/>
            <a:ext cx="40690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514600"/>
            <a:ext cx="109728" cy="2240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624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Инференс жылдамдығы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30632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Медиана:     ~550 мс (CPU)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P95:         ~620 мс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Модель:      INT8 кванттау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Провайдер:   CPUExecutionProvider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Орталық деплой (CPU) үшін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жарамды жылдамдық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ВЕБ-ҚОСЫМША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109728" cy="1143000"/>
          </a:xfrm>
          <a:prstGeom prst="rect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Мәтін / URL талдау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143560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Тексті немесе мақала сілтемесін кіргізіп, талдауды бастаңыз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109728" cy="1143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Толық есеп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56048" y="143560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ML-скор + 5 ереже модулі + анықталған белгілер тізімі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86000"/>
            <a:ext cx="10972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377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мысал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" y="276148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+ KZ тілдерінде фейк және нақты жаңалық үлгілері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286000"/>
            <a:ext cx="109728" cy="1143000"/>
          </a:xfrm>
          <a:prstGeom prst="rect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2377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F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Тарих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6048" y="276148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деректер қорында барлық талдаулар сақталады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61188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611880"/>
            <a:ext cx="109728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3703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 домен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" y="408736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KZ медиа + халықаралық + үгіт-насихат сайттар рейтингі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11880"/>
            <a:ext cx="109728" cy="1143000"/>
          </a:xfrm>
          <a:prstGeom prst="rect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703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Қараңғы UI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56048" y="408736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HTMX + адаптивті интерфейс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ТЕХНОЛОГИЯЛАР СТЕГІ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160520" cy="438912"/>
          </a:xfrm>
          <a:prstGeom prst="rect">
            <a:avLst/>
          </a:prstGeom>
          <a:solidFill>
            <a:srgbClr val="0D7E8A">
              <a:alpha val="90000"/>
            </a:srgbClr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Бэкенд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527048"/>
            <a:ext cx="91440" cy="91440"/>
          </a:xfrm>
          <a:prstGeom prst="ellipse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721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856232"/>
            <a:ext cx="91440" cy="91440"/>
          </a:xfrm>
          <a:prstGeom prst="ellipse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8013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185416"/>
            <a:ext cx="91440" cy="91440"/>
          </a:xfrm>
          <a:prstGeom prst="ellipse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1305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514600"/>
            <a:ext cx="91440" cy="91440"/>
          </a:xfrm>
          <a:prstGeom prst="ellipse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4597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aiosqlite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843784"/>
            <a:ext cx="91440" cy="91440"/>
          </a:xfrm>
          <a:prstGeom prst="ellipse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27889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96012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960120"/>
            <a:ext cx="4160520" cy="438912"/>
          </a:xfrm>
          <a:prstGeom prst="rect">
            <a:avLst/>
          </a:prstGeom>
          <a:solidFill>
            <a:srgbClr val="1A3F6F">
              <a:alpha val="90000"/>
            </a:srgbClr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9601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/ Инференс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1527048"/>
            <a:ext cx="91440" cy="91440"/>
          </a:xfrm>
          <a:prstGeom prst="ellipse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14721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1856232"/>
            <a:ext cx="91440" cy="91440"/>
          </a:xfrm>
          <a:prstGeom prst="ellipse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18013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2185416"/>
            <a:ext cx="91440" cy="91440"/>
          </a:xfrm>
          <a:prstGeom prst="ellipse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21305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2514600"/>
            <a:ext cx="91440" cy="91440"/>
          </a:xfrm>
          <a:prstGeom prst="ellipse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24597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(оқыту)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06324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063240"/>
            <a:ext cx="4160520" cy="438912"/>
          </a:xfrm>
          <a:prstGeom prst="rect">
            <a:avLst/>
          </a:prstGeom>
          <a:solidFill>
            <a:srgbClr val="D97706">
              <a:alpha val="9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0632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Оқыту орнытасы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" y="363016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35753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T4 GPU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3959352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" y="39044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4288536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42336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(HF)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" y="461772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" y="45628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54880" y="306324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063240"/>
            <a:ext cx="4160520" cy="438912"/>
          </a:xfrm>
          <a:prstGeom prst="rect">
            <a:avLst/>
          </a:prstGeom>
          <a:solidFill>
            <a:srgbClr val="059669">
              <a:alpha val="9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0632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Деректер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937760" y="363016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02352" y="35753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KZ/RU домен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937760" y="3959352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02352" y="39044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KZ тақырыбы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937760" y="428853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02352" y="42336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аугментация әдісі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937760" y="4617720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02352" y="45628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45 221 мәтін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ШЕКТЕУЛЕР ЖӘНЕ БОЛАШАҚ ЖОСПАРЛАР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840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109728" cy="3886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241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Ағымдағы шектеулер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51790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 RU + KZ тілдері — ағылшын жоқ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48256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99339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Синтетикалық деректер — нақты KZ жаңалықтары аз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23744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4688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инференс ~550 мс — реалтайм үшін баяу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99232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9443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талдауы — барлық сайт қолданылмайды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41985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Қысқа мәтін (&lt;30 сөз) — сенімділік төмен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914400"/>
            <a:ext cx="3840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83480" y="914400"/>
            <a:ext cx="109728" cy="3886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0241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Болашақ жоспарлар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212080" y="1572768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13248" y="151790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Нақты KZ жаңалықтарымен қайта оқыту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12080" y="2048256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13248" y="199339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XLM-RoBERTa — көптілді модель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12080" y="2523744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13248" y="24688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деплой — инференсті &lt;100 мс дейін жылдамдату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12080" y="2999232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13248" y="29443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БАҚ және фактчек ұйымдары үшін API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12080" y="3474720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13248" y="341985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 плагині — тікелей тексеру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ҚОРЫТЫНДЫ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160520" cy="109728"/>
          </a:xfrm>
          <a:prstGeom prst="rect">
            <a:avLst/>
          </a:prstGeom>
          <a:solidFill>
            <a:srgbClr val="0D7E8A"/>
          </a:solidFill>
          <a:ln w="12700">
            <a:solidFill>
              <a:srgbClr val="0D7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24712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7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F1-скоры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 жүзінде мінсіз жіктеу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4160520" cy="109728"/>
          </a:xfrm>
          <a:prstGeom prst="rect">
            <a:avLst/>
          </a:prstGeom>
          <a:solidFill>
            <a:srgbClr val="1A3F6F"/>
          </a:solidFill>
          <a:ln w="12700">
            <a:solidFill>
              <a:srgbClr val="1A3F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124712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3F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RU+KZ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Екітілді қолдау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bірінші KZ дезинфо жүйесі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788920"/>
            <a:ext cx="416052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953512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45 221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20040" y="365760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Мәтін деректер жиыны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KZ-контекстік тақырыптар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78892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788920"/>
            <a:ext cx="416052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953512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171 МБ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754880" y="365760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кванттау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қысу, жергілікті деплой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ruBert-base  ·  FastAPI  ·  ONNX  ·  Қазақстан  · 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Қазақстан БАҚ-ындағы дезинформацияны анықтау жүйесі</dc:title>
  <dc:subject>PptxGenJS Presentation</dc:subject>
  <dc:creator>PptxGenJS</dc:creator>
  <cp:lastModifiedBy>PptxGenJS</cp:lastModifiedBy>
  <cp:revision>1</cp:revision>
  <dcterms:created xsi:type="dcterms:W3CDTF">2026-03-29T09:51:17Z</dcterms:created>
  <dcterms:modified xsi:type="dcterms:W3CDTF">2026-03-29T09:51:17Z</dcterms:modified>
</cp:coreProperties>
</file>